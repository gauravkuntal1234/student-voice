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Bricolage Grotesque SemiBold" panose="020B0604020202020204" charset="0"/>
      <p:regular r:id="rId14"/>
    </p:embeddedFont>
    <p:embeddedFont>
      <p:font typeface="Inter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61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2D069B-EAD1-D892-C6C5-894D10F34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9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538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Student Voice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1243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real-time, portal-based chat system that lets students raise problems, find others facing the same issue, and reach teachers directly.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603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The Problem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27696"/>
            <a:ext cx="3504219" cy="4282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98450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Students are not being heard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468787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proper channel to report issues directly to faculty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 issues ignored due to lack of visibility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topics need a safe, gender-specific space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matters require private teacher conversations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2753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Team Members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4223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The Builders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0133"/>
            <a:ext cx="3357082" cy="12155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864545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Gaurav Chaudhary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348831"/>
            <a:ext cx="28266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7563" y="2650133"/>
            <a:ext cx="3357181" cy="12155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23567" y="2864545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Girdhar Gopal Pathak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523567" y="3348831"/>
            <a:ext cx="28267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54673"/>
            <a:ext cx="3357082" cy="15179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7479" y="4269085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devesh upadhyay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77479" y="4753372"/>
            <a:ext cx="28266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7563" y="4054673"/>
            <a:ext cx="3357181" cy="15179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23567" y="4269085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mr. darshan sharma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4523567" y="4753372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by: Concerned Faculty Mentor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1532" y="3056434"/>
            <a:ext cx="1625559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751"/>
            <a:ext cx="10868745" cy="51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3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Project Overview &amp; Objectives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370806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30242" y="1539577"/>
            <a:ext cx="487251" cy="487263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184" y="1673523"/>
            <a:ext cx="219268" cy="219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0242" y="2166342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Secure Login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30242" y="2503884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 ID + verified profile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65597" y="1370806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334363" y="1539577"/>
            <a:ext cx="487251" cy="487263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8305" y="1673523"/>
            <a:ext cx="219268" cy="219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4363" y="2166342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Four Portals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34363" y="2503884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Public, Boys, Girls, Personal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61475" y="3053755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30242" y="3222526"/>
            <a:ext cx="487251" cy="487263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184" y="3356471"/>
            <a:ext cx="219268" cy="219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0242" y="3849291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Real-Time Chat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30242" y="4186833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faculty communication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65597" y="3053755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334363" y="3222526"/>
            <a:ext cx="487251" cy="487263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8305" y="3356471"/>
            <a:ext cx="219268" cy="219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4363" y="3849291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Join &amp; Prioritize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334363" y="4186833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back issues to surface priorities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61475" y="4736703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830242" y="4905474"/>
            <a:ext cx="487251" cy="487263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184" y="5039420"/>
            <a:ext cx="219268" cy="21927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0242" y="5532239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Gender-Safe Space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830242" y="5869781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portals for sensitive topics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165597" y="4736703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6334363" y="4905474"/>
            <a:ext cx="487251" cy="487263"/>
          </a:xfrm>
          <a:prstGeom prst="ellipse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8305" y="5039420"/>
            <a:ext cx="219268" cy="2192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34363" y="5532239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Private Line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334363" y="5869781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One-on-one teacher conversations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5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3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Algorithm &amp; Methodology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11660"/>
            <a:ext cx="3213913" cy="3213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46516" y="154285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846516" y="1819970"/>
            <a:ext cx="3264612" cy="19050"/>
          </a:xfrm>
          <a:prstGeom prst="rect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846516" y="1945184"/>
            <a:ext cx="32646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Login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46516" y="2377976"/>
            <a:ext cx="32646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logs in with College ID &amp; fills profile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71759" y="154285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71759" y="1837432"/>
            <a:ext cx="3264711" cy="19050"/>
          </a:xfrm>
          <a:prstGeom prst="rect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71759" y="1945184"/>
            <a:ext cx="32647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Choose Portal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71759" y="2377976"/>
            <a:ext cx="326471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/ Boys / Girls / Personal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46516" y="3204865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846516" y="3464620"/>
            <a:ext cx="3264612" cy="19050"/>
          </a:xfrm>
          <a:prstGeom prst="rect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846516" y="3607197"/>
            <a:ext cx="32646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Post &amp; Engage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46516" y="4039989"/>
            <a:ext cx="32646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problem → others join → priority ranked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71759" y="3204865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71759" y="3464620"/>
            <a:ext cx="3264711" cy="19050"/>
          </a:xfrm>
          <a:prstGeom prst="rect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271759" y="3607197"/>
            <a:ext cx="32647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Teacher Responds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71759" y="4039989"/>
            <a:ext cx="326471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issue &amp; replies in real-time chat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846516" y="486687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846516" y="5109170"/>
            <a:ext cx="6689955" cy="19050"/>
          </a:xfrm>
          <a:prstGeom prst="rect">
            <a:avLst/>
          </a:prstGeom>
          <a:solidFill>
            <a:srgbClr val="DA9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46516" y="5269210"/>
            <a:ext cx="6689955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Resolved </a:t>
            </a:r>
            <a:r>
              <a:rPr lang="en-US" sz="1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46516" y="5708352"/>
            <a:ext cx="668995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marked resolved for all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205"/>
            <a:ext cx="10868745" cy="4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3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Flowchart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6761"/>
            <a:ext cx="3742735" cy="374282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7259" y="1371898"/>
            <a:ext cx="2842248" cy="15869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33243" y="1474093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899796" y="1976338"/>
            <a:ext cx="249717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LOGIN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899796" y="2340967"/>
            <a:ext cx="249717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accesses portal with College ID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4222" y="1371898"/>
            <a:ext cx="2842248" cy="15869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00206" y="1474093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8866759" y="1976338"/>
            <a:ext cx="249717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CHOOSE PORTAL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866759" y="2340967"/>
            <a:ext cx="249717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Public, Boys, Girls, or Personal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7259" y="3083520"/>
            <a:ext cx="2842248" cy="15869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33243" y="3185716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5899796" y="3687961"/>
            <a:ext cx="249717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POST &amp; ENGAGE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5899796" y="4052590"/>
            <a:ext cx="249717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problem, others join and upvote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4222" y="3083520"/>
            <a:ext cx="2842248" cy="15869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00206" y="3185716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8866759" y="3687961"/>
            <a:ext cx="249717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TEACHER REVIEWS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8866759" y="4052590"/>
            <a:ext cx="24971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reviews the issue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7259" y="4795143"/>
            <a:ext cx="2842248" cy="136425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33243" y="4897338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5899796" y="5399584"/>
            <a:ext cx="249717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TEACHER RESPONDS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5899796" y="5764213"/>
            <a:ext cx="24971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chat response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4222" y="4795143"/>
            <a:ext cx="2842248" cy="136425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000206" y="4897338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8866759" y="5399584"/>
            <a:ext cx="249717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ISSUE RESOLVED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8866759" y="5764213"/>
            <a:ext cx="24971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marked as resolved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50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🛠️</a:t>
            </a:r>
            <a:r>
              <a:rPr lang="en-US" sz="3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Technologies &amp; Tools Used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97409"/>
            <a:ext cx="457685" cy="457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76760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1475" y="2569170"/>
            <a:ext cx="53235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HTML5, CSS3, JavaScript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6672" y="1497409"/>
            <a:ext cx="457685" cy="457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6672" y="2176760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06672" y="2569170"/>
            <a:ext cx="53235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(Flask)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12306"/>
            <a:ext cx="457685" cy="4576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891657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61475" y="4284067"/>
            <a:ext cx="53235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6672" y="3212306"/>
            <a:ext cx="457685" cy="4576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6672" y="3891657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06672" y="4284067"/>
            <a:ext cx="53235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27203"/>
            <a:ext cx="457685" cy="4576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606554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661475" y="5998964"/>
            <a:ext cx="53235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6672" y="4927203"/>
            <a:ext cx="457685" cy="4576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06672" y="5606554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Testing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6206672" y="5998964"/>
            <a:ext cx="532354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Chrome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3938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Expected Outcome &amp; Features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92052"/>
            <a:ext cx="2175019" cy="1781473"/>
          </a:xfrm>
          <a:prstGeom prst="roundRect">
            <a:avLst>
              <a:gd name="adj" fmla="val 4456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6832" y="2487414"/>
            <a:ext cx="17843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Live Chat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978051"/>
            <a:ext cx="1784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than static forms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025501" y="2292052"/>
            <a:ext cx="2175118" cy="1781473"/>
          </a:xfrm>
          <a:prstGeom prst="roundRect">
            <a:avLst>
              <a:gd name="adj" fmla="val 4456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20858" y="2487414"/>
            <a:ext cx="178440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Real-Time Tracking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220858" y="3273326"/>
            <a:ext cx="17844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status updates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389626" y="2292052"/>
            <a:ext cx="2175118" cy="1781473"/>
          </a:xfrm>
          <a:prstGeom prst="roundRect">
            <a:avLst>
              <a:gd name="adj" fmla="val 4456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584983" y="2487414"/>
            <a:ext cx="17844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Transparent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584983" y="2978051"/>
            <a:ext cx="17844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issue logged &amp; traceable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262537"/>
            <a:ext cx="6903269" cy="1183779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6832" y="4457898"/>
            <a:ext cx="651255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📎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Photo/Video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948535"/>
            <a:ext cx="651255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evidence for clarity</a:t>
            </a:r>
            <a:endParaRPr lang="en-US" sz="14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7030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137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Future Scope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6159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09999"/>
            <a:ext cx="25399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Mobile App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5031"/>
            <a:ext cx="25399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&amp; iOS access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656159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009999"/>
            <a:ext cx="25400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AI Assistant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425031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suggestions &amp; replies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656159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009999"/>
            <a:ext cx="25400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Analytics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425031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HOD insights on issues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656159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009999"/>
            <a:ext cx="25400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Smart Alerts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425031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&amp; email notifications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105473"/>
            <a:ext cx="1117572" cy="1117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59313"/>
            <a:ext cx="25399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Multi-Language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661475" y="5874345"/>
            <a:ext cx="25399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language support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7645" y="4105473"/>
            <a:ext cx="1117572" cy="1117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37645" y="5459313"/>
            <a:ext cx="25400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Advanced Security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3437645" y="5874345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encryption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61475" y="856853"/>
            <a:ext cx="6296860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✨</a:t>
            </a: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Impact &amp; Conclusion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944936" y="1949946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faster, transparent, and accountable system for student grievances — no office visits required.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661475" y="1737320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E7BF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661475" y="298003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Voice empowers every student to be heard and ensures no genuine issue goes unaddressed.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61475" y="3797498"/>
            <a:ext cx="6296860" cy="2203648"/>
          </a:xfrm>
          <a:prstGeom prst="roundRect">
            <a:avLst>
              <a:gd name="adj" fmla="val 360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667825" y="3803848"/>
            <a:ext cx="3142080" cy="1095474"/>
          </a:xfrm>
          <a:custGeom>
            <a:avLst/>
            <a:gdLst/>
            <a:ahLst/>
            <a:cxnLst/>
            <a:rect l="l" t="t" r="r" b="b"/>
            <a:pathLst>
              <a:path w="3142080" h="1095474">
                <a:moveTo>
                  <a:pt x="66156" y="0"/>
                </a:moveTo>
                <a:lnTo>
                  <a:pt x="3142080" y="0"/>
                </a:lnTo>
                <a:lnTo>
                  <a:pt x="3142080" y="1095474"/>
                </a:lnTo>
                <a:lnTo>
                  <a:pt x="0" y="109547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856832" y="3992860"/>
            <a:ext cx="276406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Every Voice Heard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856832" y="4407892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is left unheard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3809905" y="3803848"/>
            <a:ext cx="3142080" cy="1095474"/>
          </a:xfrm>
          <a:custGeom>
            <a:avLst/>
            <a:gdLst/>
            <a:ahLst/>
            <a:cxnLst/>
            <a:rect l="l" t="t" r="r" b="b"/>
            <a:pathLst>
              <a:path w="3142080" h="1095474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095474"/>
                </a:lnTo>
                <a:lnTo>
                  <a:pt x="0" y="10954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809905" y="3803848"/>
            <a:ext cx="25399" cy="1095474"/>
          </a:xfrm>
          <a:prstGeom prst="roundRect">
            <a:avLst>
              <a:gd name="adj" fmla="val 50001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998912" y="3992860"/>
            <a:ext cx="276406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Faster Resolution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3998912" y="4407892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over paperwork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67825" y="4899323"/>
            <a:ext cx="6284160" cy="1095474"/>
          </a:xfrm>
          <a:custGeom>
            <a:avLst/>
            <a:gdLst/>
            <a:ahLst/>
            <a:cxnLst/>
            <a:rect l="l" t="t" r="r" b="b"/>
            <a:pathLst>
              <a:path w="6284160" h="1095474">
                <a:moveTo>
                  <a:pt x="0" y="0"/>
                </a:moveTo>
                <a:lnTo>
                  <a:pt x="6284160" y="0"/>
                </a:lnTo>
                <a:lnTo>
                  <a:pt x="6284160" y="1029316"/>
                </a:lnTo>
                <a:arcTo wR="66156" hR="66158" stAng="0" swAng="5400000"/>
                <a:lnTo>
                  <a:pt x="66156" y="109547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67825" y="489932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856832" y="5088334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Full Transparency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856832" y="5503366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issue logged &amp; tracked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3A416E0-5EE7-54DD-F729-C5A612C35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47" y="526107"/>
            <a:ext cx="4854828" cy="5805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418</Words>
  <Application>Microsoft Office PowerPoint</Application>
  <PresentationFormat>Widescreen</PresentationFormat>
  <Paragraphs>120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Twemoji Mozilla</vt:lpstr>
      <vt:lpstr>Bricolage Grotesque Light</vt:lpstr>
      <vt:lpstr>Inter</vt:lpstr>
      <vt:lpstr>Bricolage Grotesque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gaurav kuntal</cp:lastModifiedBy>
  <cp:revision>2</cp:revision>
  <dcterms:created xsi:type="dcterms:W3CDTF">2026-09-07T06:14:40Z</dcterms:created>
  <dcterms:modified xsi:type="dcterms:W3CDTF">2026-09-08T01:20:35Z</dcterms:modified>
</cp:coreProperties>
</file>